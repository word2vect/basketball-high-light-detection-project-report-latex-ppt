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E76A1-A7E2-8E8E-8CE5-9876EC1A2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D352B2-E259-F28E-8384-2648BC865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6E8A6D-858F-2D99-25CB-F6E7FC54F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4F510-C03D-4B9D-6DA9-63ED7124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7BF311-8075-DEF8-9957-F85C8DC3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68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AD498-600B-EA89-030E-06778992D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91DE40-DC3D-00AA-B909-28AF20AE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A095A-E67C-5012-CF78-4A3E5575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723AB4-0E60-EF03-D43F-3C5E70AE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CABE9E-DF0B-F3B1-271F-B3BDC33F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728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D4762-1710-E47B-6ABE-E9C3B4BF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4F6C6A-06FC-184C-9034-09EC68F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604F0D-939D-A04A-186B-74746323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497004-2AD6-AB0C-159A-D24BB56FD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59C8E5-09E1-88B7-B9B0-3A9CAE66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644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D2155-0BF1-0CC2-2172-C2CB2C42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B44FFC-8A2A-1EF9-2676-033F0A812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902E3E-21C0-E129-B390-8D9D04127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F29006-C417-0706-FD09-4F364B95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2DFDA3-B68E-0BEE-320C-7B288879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5ECBF2-490C-88C9-9B4B-0FE42C047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87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606530-7A7C-69FA-B6AF-8020E2966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2118F0-8C12-FD98-9E4A-412F76E46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29E417-D837-01AE-F4A9-8022978DA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9DBD97-64A8-2D37-EB1D-80718F0DE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F92247-65F1-E14B-B729-7301979F0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D14C57-34B3-E610-66E5-6EAF5095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F2885D-EE55-A9D0-D32F-8C2F6CFC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2ED18E-C638-9017-6747-C5FFCFD6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8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17BBD-71DD-B953-DC19-7EC2BC4C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06DCB0-F0B0-3805-334B-09F431CE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EA5AF7-D7A8-C4A6-5BBD-AF4C8E1BA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FF4EDC-84C2-8577-CC23-1C60F962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04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AE3D1C-5E5E-94C9-FACC-2F381865C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81B83A-9A2D-26EC-2071-61742512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1FA61-D21F-E188-F6AE-608D51F0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38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9D42A-678F-E091-F2EE-3CA743C60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070B6B-3FDC-2431-DE4D-2ACB9D43D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BAB7BB-524D-6D0E-897E-6011DA61C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C00CA8-3AFF-DE87-A21F-E2FF95D5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093A41-15B7-F61A-D128-4419AC01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713D98-9801-1B72-9516-81C7F18B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48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BFF2B-AA75-3AA0-4D03-EFC31D17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DAFDAB-F0FA-5DB3-758C-758BD18D5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3899E3-7539-E7F0-CDD6-ECD621CFD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31FF8E-8911-7370-C8A8-4F46DD23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8D141-2101-B528-45C3-185CB4E86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7DCA99-39F5-245F-8D0E-D42F92AF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17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B10D9-8576-FC71-897D-3D581B6B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D771CB-4817-471A-A585-904612B71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D31F22-C0B0-DCA3-3CB0-81F08B9C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CA7343-3B8A-E9CA-771C-17AA81F0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3543E-2A6B-4F15-C7ED-6183A0E9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0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382615-610D-4060-9D51-A39C3A63AE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033C1E-2EAF-0A96-EAB2-4948C65BD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DFADC-9828-3DC3-5E5D-ECA812C98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B9050-0B86-DCAF-9F04-AACFE57B2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CA248-364E-85FC-E827-C49514F99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12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608663-9A7E-EAC3-822C-29F55C91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49B02A-A29F-B18A-06FA-A6A3BE9BC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7176E-8396-4E6F-A05F-6F3836CF4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87250-28CC-4D8B-BC0F-FC34B0560F8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174B5-5915-D9E2-92D5-47AA43226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75177-B466-1A11-F6D7-85BCBE6BE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26DF0-E600-4A22-A4AB-553D414F6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36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0_demo">
            <a:hlinkClick r:id="" action="ppaction://media"/>
            <a:extLst>
              <a:ext uri="{FF2B5EF4-FFF2-40B4-BE49-F238E27FC236}">
                <a16:creationId xmlns:a16="http://schemas.microsoft.com/office/drawing/2014/main" id="{6CD1E0DA-990A-7B7B-FABA-E2EA86C113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63492" y="1513113"/>
            <a:ext cx="6812042" cy="38317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43FC47F-B677-EBC1-5CE6-81A1D254267A}"/>
              </a:ext>
            </a:extLst>
          </p:cNvPr>
          <p:cNvSpPr txBox="1"/>
          <p:nvPr/>
        </p:nvSpPr>
        <p:spPr>
          <a:xfrm>
            <a:off x="516466" y="1980812"/>
            <a:ext cx="404630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/>
              <a:t>SlowFast</a:t>
            </a:r>
            <a:r>
              <a:rPr lang="zh-CN" altLang="en-US" sz="2400" dirty="0"/>
              <a:t>在</a:t>
            </a:r>
            <a:endParaRPr lang="en-US" altLang="zh-CN" sz="2400" dirty="0"/>
          </a:p>
          <a:p>
            <a:r>
              <a:rPr lang="en-US" altLang="zh-CN" sz="2400" dirty="0" err="1"/>
              <a:t>MultiSports</a:t>
            </a:r>
            <a:r>
              <a:rPr lang="en-US" altLang="zh-CN" sz="2400" dirty="0"/>
              <a:t> </a:t>
            </a:r>
            <a:r>
              <a:rPr lang="zh-CN" altLang="en-US" sz="2400" dirty="0"/>
              <a:t>篮球子集上微调</a:t>
            </a:r>
            <a:endParaRPr lang="en-US" altLang="zh-CN" sz="2400" dirty="0"/>
          </a:p>
          <a:p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dirty="0"/>
              <a:t>降低学习率</a:t>
            </a:r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dirty="0"/>
              <a:t>设置</a:t>
            </a:r>
            <a:r>
              <a:rPr lang="en-US" altLang="zh-CN" sz="2400" dirty="0"/>
              <a:t>backbone</a:t>
            </a:r>
            <a:r>
              <a:rPr lang="zh-CN" altLang="en-US" sz="2400" dirty="0"/>
              <a:t>学习率为</a:t>
            </a:r>
            <a:endParaRPr lang="en-US" altLang="zh-CN" sz="2400" dirty="0"/>
          </a:p>
          <a:p>
            <a:r>
              <a:rPr lang="zh-CN" altLang="en-US" sz="2400" dirty="0"/>
              <a:t>分类头的</a:t>
            </a:r>
            <a:r>
              <a:rPr lang="en-US" altLang="zh-CN" sz="2400" dirty="0"/>
              <a:t>0.1 </a:t>
            </a:r>
            <a:r>
              <a:rPr lang="zh-CN" altLang="en-US" sz="2400" dirty="0"/>
              <a:t>防止破坏预训练</a:t>
            </a:r>
            <a:endParaRPr lang="en-US" altLang="zh-CN" sz="2400" dirty="0"/>
          </a:p>
          <a:p>
            <a:r>
              <a:rPr lang="zh-CN" altLang="en-US" sz="2400" dirty="0"/>
              <a:t>特征</a:t>
            </a:r>
            <a:endParaRPr lang="en-US" altLang="zh-CN" sz="2400" dirty="0"/>
          </a:p>
          <a:p>
            <a:r>
              <a:rPr lang="en-US" altLang="zh-CN" sz="2400" dirty="0"/>
              <a:t>3. </a:t>
            </a:r>
            <a:r>
              <a:rPr lang="zh-CN" altLang="en-US" sz="2400" dirty="0"/>
              <a:t>修改</a:t>
            </a:r>
            <a:r>
              <a:rPr lang="en-US" altLang="zh-CN" sz="2400" dirty="0"/>
              <a:t>scheduler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DB758A-7F23-15E8-45CD-541F1C9CC4D2}"/>
              </a:ext>
            </a:extLst>
          </p:cNvPr>
          <p:cNvSpPr txBox="1"/>
          <p:nvPr/>
        </p:nvSpPr>
        <p:spPr>
          <a:xfrm>
            <a:off x="6385017" y="5472588"/>
            <a:ext cx="4023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轮训练</a:t>
            </a:r>
            <a:r>
              <a:rPr lang="en-US" altLang="zh-CN" dirty="0" err="1"/>
              <a:t>mAP</a:t>
            </a:r>
            <a:r>
              <a:rPr lang="zh-CN" altLang="en-US" dirty="0"/>
              <a:t>达到最优 置信度阈值</a:t>
            </a:r>
            <a:r>
              <a:rPr lang="en-US" altLang="zh-CN" dirty="0"/>
              <a:t>0.3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9BAE51-9104-3467-35FB-F4E6E54EF806}"/>
              </a:ext>
            </a:extLst>
          </p:cNvPr>
          <p:cNvSpPr txBox="1"/>
          <p:nvPr/>
        </p:nvSpPr>
        <p:spPr>
          <a:xfrm>
            <a:off x="516466" y="61806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时空动作定位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435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8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265E4-87BD-9CDE-F918-5FD9174C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D43CDFE-14B8-A867-4684-3B9C3558802A}"/>
              </a:ext>
            </a:extLst>
          </p:cNvPr>
          <p:cNvSpPr txBox="1"/>
          <p:nvPr/>
        </p:nvSpPr>
        <p:spPr>
          <a:xfrm>
            <a:off x="516466" y="1802291"/>
            <a:ext cx="5131533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主要关注持球人及持球人附近的球员动作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效果：</a:t>
            </a:r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具有识别动作的基础能力</a:t>
            </a:r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可以分辨持球人的位置</a:t>
            </a:r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误判依旧存在</a:t>
            </a:r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投篮没有识别出</a:t>
            </a: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r>
              <a:rPr lang="zh-CN" altLang="en-US" sz="2000" dirty="0"/>
              <a:t>可能原因：</a:t>
            </a:r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训练数据</a:t>
            </a:r>
            <a:r>
              <a:rPr lang="en-US" altLang="zh-CN" sz="2000" dirty="0"/>
              <a:t>1280×720 </a:t>
            </a:r>
            <a:r>
              <a:rPr lang="zh-CN" altLang="en-US" sz="2000" dirty="0"/>
              <a:t>推理数据</a:t>
            </a:r>
            <a:r>
              <a:rPr lang="en-US" altLang="zh-CN" sz="2000" dirty="0"/>
              <a:t>1920×1080</a:t>
            </a:r>
          </a:p>
          <a:p>
            <a:r>
              <a:rPr lang="zh-CN" altLang="en-US" sz="2000" dirty="0"/>
              <a:t>模型推理时将视频放缩到短边</a:t>
            </a:r>
            <a:r>
              <a:rPr lang="en-US" altLang="zh-CN" sz="2000" dirty="0"/>
              <a:t>256 </a:t>
            </a:r>
          </a:p>
          <a:p>
            <a:r>
              <a:rPr lang="en-US" altLang="zh-CN" sz="2000" dirty="0"/>
              <a:t>2. </a:t>
            </a:r>
            <a:r>
              <a:rPr lang="zh-CN" altLang="en-US" sz="2000" dirty="0"/>
              <a:t>数据不匹配</a:t>
            </a:r>
            <a:endParaRPr lang="en-US" altLang="zh-CN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F921AE-E7B2-F83D-83E4-D8009E86D751}"/>
              </a:ext>
            </a:extLst>
          </p:cNvPr>
          <p:cNvSpPr txBox="1"/>
          <p:nvPr/>
        </p:nvSpPr>
        <p:spPr>
          <a:xfrm>
            <a:off x="516466" y="61806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时空动作定位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CEFA68-D793-F917-9859-85B8436E4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24" r="8827"/>
          <a:stretch>
            <a:fillRect/>
          </a:stretch>
        </p:blipFill>
        <p:spPr>
          <a:xfrm>
            <a:off x="8068733" y="430537"/>
            <a:ext cx="3759201" cy="27435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78B854-A5AA-49FB-F342-B8F3217001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09" t="19671" r="1851" b="5365"/>
          <a:stretch>
            <a:fillRect/>
          </a:stretch>
        </p:blipFill>
        <p:spPr>
          <a:xfrm>
            <a:off x="7983914" y="3269932"/>
            <a:ext cx="1695103" cy="202973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1C446B6-DCA1-CC0E-379B-BAE15192AC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99" b="7860"/>
          <a:stretch>
            <a:fillRect/>
          </a:stretch>
        </p:blipFill>
        <p:spPr>
          <a:xfrm>
            <a:off x="9751831" y="3269932"/>
            <a:ext cx="2076103" cy="274187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1A4046F-80A3-1648-AD3C-7535EC3B8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348" y="430537"/>
            <a:ext cx="1867037" cy="274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9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C6D4D-9738-2A3E-0427-8B41AB34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2F1E127-7250-91C1-23FB-523D8391255A}"/>
              </a:ext>
            </a:extLst>
          </p:cNvPr>
          <p:cNvSpPr txBox="1"/>
          <p:nvPr/>
        </p:nvSpPr>
        <p:spPr>
          <a:xfrm>
            <a:off x="592666" y="1244179"/>
            <a:ext cx="474841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使用文本信息来进行零样本分类</a:t>
            </a:r>
            <a:endParaRPr lang="en-US" altLang="zh-CN" sz="2000" dirty="0"/>
          </a:p>
          <a:p>
            <a:endParaRPr lang="en-US" altLang="zh-CN" sz="2000" dirty="0"/>
          </a:p>
          <a:p>
            <a:pPr marL="457200" indent="-457200">
              <a:buAutoNum type="arabicPeriod"/>
            </a:pPr>
            <a:r>
              <a:rPr lang="en-US" altLang="zh-CN" sz="2000" dirty="0" err="1"/>
              <a:t>Skeleton-based:SkeletonCLIP</a:t>
            </a:r>
            <a:r>
              <a:rPr lang="en-US" altLang="zh-CN" sz="2000" dirty="0"/>
              <a:t> PGFA</a:t>
            </a:r>
          </a:p>
          <a:p>
            <a:pPr marL="457200" indent="-457200">
              <a:buAutoNum type="arabicPeriod"/>
            </a:pPr>
            <a:r>
              <a:rPr lang="en-US" altLang="zh-CN" sz="2000" dirty="0"/>
              <a:t>Video-based: </a:t>
            </a:r>
            <a:r>
              <a:rPr lang="en-US" altLang="zh-CN" sz="2000" dirty="0" err="1"/>
              <a:t>ActionCLIP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InternVideo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未预先定义的类 通过文字进行描述</a:t>
            </a:r>
            <a:endParaRPr lang="en-US" altLang="zh-CN" sz="2000" dirty="0"/>
          </a:p>
          <a:p>
            <a:r>
              <a:rPr lang="zh-CN" altLang="en-US" sz="2000" dirty="0"/>
              <a:t>交给模型进行编码</a:t>
            </a:r>
            <a:endParaRPr lang="en-US" altLang="zh-CN" sz="2000" dirty="0"/>
          </a:p>
          <a:p>
            <a:r>
              <a:rPr lang="zh-CN" altLang="en-US" sz="2000" dirty="0"/>
              <a:t>与骨架的编码计算相似度</a:t>
            </a:r>
            <a:endParaRPr lang="en-US" altLang="zh-CN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91C106-3384-ACBF-369C-9E8C1976E4C6}"/>
              </a:ext>
            </a:extLst>
          </p:cNvPr>
          <p:cNvSpPr txBox="1"/>
          <p:nvPr/>
        </p:nvSpPr>
        <p:spPr>
          <a:xfrm>
            <a:off x="592666" y="609600"/>
            <a:ext cx="1555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Zero-Shot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8A30C3-B4A4-5AD9-D5F5-876AA07D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86" y="3950802"/>
            <a:ext cx="7782306" cy="22975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75B662-D8DD-794A-15B6-9027337ED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241" y="840432"/>
            <a:ext cx="4042858" cy="284818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59F2D1C-32B3-6863-AF4F-1E0F7E8AE05E}"/>
              </a:ext>
            </a:extLst>
          </p:cNvPr>
          <p:cNvSpPr txBox="1"/>
          <p:nvPr/>
        </p:nvSpPr>
        <p:spPr>
          <a:xfrm>
            <a:off x="8542583" y="4688657"/>
            <a:ext cx="28200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调整文本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直接使用</a:t>
            </a:r>
            <a:r>
              <a:rPr lang="en-US" altLang="zh-CN" dirty="0"/>
              <a:t>pseudo labels</a:t>
            </a:r>
          </a:p>
          <a:p>
            <a:r>
              <a:rPr lang="zh-CN" altLang="en-US" dirty="0"/>
              <a:t>看效果如何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尝试其他的项目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A7B553-F652-F4C3-81E5-B201BBECBEE4}"/>
              </a:ext>
            </a:extLst>
          </p:cNvPr>
          <p:cNvSpPr txBox="1"/>
          <p:nvPr/>
        </p:nvSpPr>
        <p:spPr>
          <a:xfrm>
            <a:off x="319158" y="6277181"/>
            <a:ext cx="7936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0" i="0" dirty="0">
                <a:solidFill>
                  <a:schemeClr val="bg2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Zhou, K., Zhang, S., You, Z., Hu, J., Tan, M., &amp; Liu, F. (2025). Zero-Shot Skeleton-Based Action Recognition With Prototype-Guided Feature Alignment. </a:t>
            </a:r>
            <a:r>
              <a:rPr lang="zh-CN" altLang="zh-CN" sz="1200" b="0" i="1" dirty="0">
                <a:solidFill>
                  <a:schemeClr val="bg2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IEEE Transactions on Image Processing, 34</a:t>
            </a:r>
            <a:r>
              <a:rPr lang="zh-CN" altLang="zh-CN" sz="1200" b="0" i="0" dirty="0">
                <a:solidFill>
                  <a:schemeClr val="bg2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, 4602-4617.</a:t>
            </a:r>
            <a:endParaRPr lang="zh-CN" alt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756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213</Words>
  <Application>Microsoft Office PowerPoint</Application>
  <PresentationFormat>宽屏</PresentationFormat>
  <Paragraphs>38</Paragraphs>
  <Slides>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Roboto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汐 墨</dc:creator>
  <cp:lastModifiedBy>汐 墨</cp:lastModifiedBy>
  <cp:revision>10</cp:revision>
  <dcterms:created xsi:type="dcterms:W3CDTF">2026-07-02T02:55:52Z</dcterms:created>
  <dcterms:modified xsi:type="dcterms:W3CDTF">2026-07-02T04:13:20Z</dcterms:modified>
</cp:coreProperties>
</file>